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BDAD-FD2B-45B2-B38A-C0E57B379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B828B-7245-F051-6AA7-6FFD1981A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197B3-E24E-5DBB-EB6A-2D58B876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77E5F-23D8-C814-D65D-57D87807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2ED93-EE13-7D05-1C72-A38E3168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91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6B6F-F3BD-B67B-1E83-47CCFDF3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B8C72-160F-FBAB-FB73-5F88E464B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8AEBF-8B57-E167-48F3-998A5557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55E58-7B87-1605-DCBC-4328EAEF9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816B2-EAB4-E1FC-9A68-A5A86415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6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8845-3C89-E55D-2B5E-3EC8083E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49521-FAFD-DFE2-3372-D8B183290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C5FE9-6F17-9834-403C-47B2412E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5FC1-A8F8-A037-A7ED-99FFDE00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7A013-7F41-25D1-B3C2-DFD9B4A8B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7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25F2-5F7E-CE40-08DC-E5AF7AF0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FB78-BEC6-232B-0DA7-6E35890CF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62005-9D33-5985-4F27-1F3FED7A2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4F0D4-D7F6-E3EE-469D-F2615C3C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3443F-78F2-C94D-3F1F-45A61681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DEA82-B35E-F711-E6C3-5026BABD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72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2F24-6178-50E2-5CC5-A433ABF0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F623B-82A2-4CD7-B9F8-7DED30373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76737-3D37-4FB9-F21D-1256D6E69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2B840E-4404-A4AF-FCFC-84C6C1FA3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3A50C-042E-F008-BD04-77DDC4D8B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744E1-BDEE-7A99-9A3A-CF05609A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93BA-CB2B-57F7-1246-DC253799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18E80-4BD7-D0C4-6E28-00025423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38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12636-2958-DCE8-BB1D-54A68100F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85CC5-6764-7479-E1CA-735E70A98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93FBA-FC83-3EE1-FFFE-0F8E4EF8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B70E5-7659-0D07-689F-DAECB04C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4BB610-6974-1092-B223-A5D65DF0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A277B-C80D-344B-735E-396691665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337DE-D046-1BB5-63B2-D17AFB0B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481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B698-A9F0-1B52-6F2D-9206E799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83820-0CFC-AAD0-215F-89A1FE7E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CBC0F-5C91-E419-7B67-3C4601FEF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F8A07-0DFB-D696-FDA2-AD4CC74BE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569A5-2A47-6FD4-7CC2-0207F897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B8D29-8FF1-76CA-A797-03C512F9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04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CF92-2587-2399-7A3E-092714FA0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3F84C-7D0B-5C58-BBDB-F908B780A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59846-DCF8-990A-358D-2E0998E1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515DC-871A-48D3-1CE4-A40DADB0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D98FC-6CD8-0468-555D-84981F94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36777-0EA8-858B-1F72-AB88C194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1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32A2-B931-D23B-1423-5492646E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26288-E956-BCC2-E009-020622169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B3512-EE54-B685-1C36-0286AC4F2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C70F3-A1B5-09CA-7A1E-B16D18504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7F6F5-3B7F-A96B-4486-59871EF4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934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C84C8-C083-4AD1-0124-A9D71F175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CEFAB-44D9-E004-0B3B-FA6EEBAA8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521DE-2078-7E8D-1EA1-C7D89128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AA5F7-559F-E009-6669-671FA80C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70DB9-1196-AC1C-1478-D9A057BD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50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909FC-1001-4171-D864-25389754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C4327-E35B-1896-63D8-C0979CF6A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30B60-E678-CAD7-BC25-9B2C1CADA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1B17D-B47F-4C63-8D88-F3E2E38FDD5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EB4E1-7FAE-2FCE-FEA3-1B96D88DE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FC5BD-2BC0-E6B6-0CAA-5D43725B8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508DE-FF3A-4A56-A16C-32D617F60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466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7">
            <a:extLst>
              <a:ext uri="{FF2B5EF4-FFF2-40B4-BE49-F238E27FC236}">
                <a16:creationId xmlns:a16="http://schemas.microsoft.com/office/drawing/2014/main" id="{6851939D-451C-AC6F-8F64-20FFD178D7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019" y="929647"/>
            <a:ext cx="11324844" cy="516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50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828E9F-0607-7FA0-BFC1-403499219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12" y="746619"/>
            <a:ext cx="10159068" cy="503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26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 Vishnoi</dc:creator>
  <cp:lastModifiedBy>Rajat Vishnoi</cp:lastModifiedBy>
  <cp:revision>1</cp:revision>
  <dcterms:created xsi:type="dcterms:W3CDTF">2026-01-11T17:08:21Z</dcterms:created>
  <dcterms:modified xsi:type="dcterms:W3CDTF">2026-01-11T17:08:44Z</dcterms:modified>
</cp:coreProperties>
</file>